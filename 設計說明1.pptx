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3" r:id="rId1"/>
  </p:sldMasterIdLst>
  <p:notesMasterIdLst>
    <p:notesMasterId r:id="rId5"/>
  </p:notesMasterIdLst>
  <p:sldIdLst>
    <p:sldId id="310" r:id="rId2"/>
    <p:sldId id="307" r:id="rId3"/>
    <p:sldId id="30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00FFFF"/>
    <a:srgbClr val="351C75"/>
    <a:srgbClr val="FAF2DF"/>
    <a:srgbClr val="1B5B90"/>
    <a:srgbClr val="3996D8"/>
    <a:srgbClr val="666666"/>
    <a:srgbClr val="FFFFFF"/>
    <a:srgbClr val="F9C334"/>
    <a:srgbClr val="6A8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01"/>
    <p:restoredTop sz="96271"/>
  </p:normalViewPr>
  <p:slideViewPr>
    <p:cSldViewPr snapToGrid="0" snapToObjects="1">
      <p:cViewPr varScale="1">
        <p:scale>
          <a:sx n="57" d="100"/>
          <a:sy n="57" d="100"/>
        </p:scale>
        <p:origin x="682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6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25E8C-10CA-6C43-8B12-E9FD1108AEC6}" type="datetimeFigureOut">
              <a:rPr kumimoji="1" lang="zh-TW" altLang="en-US" smtClean="0"/>
              <a:t>2018/4/11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6310D-2AF2-AD4E-8A3F-24A37DA19F2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82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主題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0" y="2666992"/>
            <a:ext cx="12192000" cy="1809765"/>
          </a:xfrm>
          <a:prstGeom prst="rect">
            <a:avLst/>
          </a:prstGeom>
          <a:solidFill>
            <a:srgbClr val="93CDDD">
              <a:alpha val="85000"/>
            </a:srgbClr>
          </a:solidFill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>
              <a:defRPr sz="4267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11249621" y="6369639"/>
            <a:ext cx="332779" cy="338550"/>
          </a:xfrm>
          <a:prstGeom prst="rect">
            <a:avLst/>
          </a:prstGeom>
          <a:noFill/>
        </p:spPr>
        <p:txBody>
          <a:bodyPr/>
          <a:lstStyle>
            <a:lvl1pPr algn="r">
              <a:defRPr sz="16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628264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副標_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title"/>
          </p:nvPr>
        </p:nvSpPr>
        <p:spPr>
          <a:xfrm>
            <a:off x="0" y="4572007"/>
            <a:ext cx="4762493" cy="1619264"/>
          </a:xfrm>
          <a:prstGeom prst="rect">
            <a:avLst/>
          </a:prstGeom>
          <a:solidFill>
            <a:srgbClr val="558ED5">
              <a:alpha val="85000"/>
            </a:srgbClr>
          </a:solidFill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>
              <a:defRPr sz="4267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28" name="Shape 28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79524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目錄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body" sz="half" idx="1"/>
          </p:nvPr>
        </p:nvSpPr>
        <p:spPr>
          <a:xfrm>
            <a:off x="3428981" y="3048000"/>
            <a:ext cx="5429291" cy="3810000"/>
          </a:xfrm>
          <a:prstGeom prst="rect">
            <a:avLst/>
          </a:prstGeom>
        </p:spPr>
        <p:txBody>
          <a:bodyPr/>
          <a:lstStyle>
            <a:lvl1pPr marL="685783" indent="-685783">
              <a:spcBef>
                <a:spcPts val="800"/>
              </a:spcBef>
              <a:buFontTx/>
              <a:buBlip>
                <a:blip r:embed="rId3"/>
              </a:buBlip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990575" indent="-380990">
              <a:spcBef>
                <a:spcPts val="800"/>
              </a:spcBef>
              <a:buFontTx/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574761" indent="-355591">
              <a:spcBef>
                <a:spcPts val="800"/>
              </a:spcBef>
              <a:buFontTx/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255461" indent="-426707">
              <a:spcBef>
                <a:spcPts val="800"/>
              </a:spcBef>
              <a:buFontTx/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865046" indent="-426707">
              <a:spcBef>
                <a:spcPts val="800"/>
              </a:spcBef>
              <a:buFontTx/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6" name="Shape 36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94319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內頁_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C3D69B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53" name="Shape 53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5091439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4" name="Shape 54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29639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內頁_3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558ED5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5063241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16671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放程式碼的_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body" sz="half" idx="1"/>
          </p:nvPr>
        </p:nvSpPr>
        <p:spPr>
          <a:xfrm>
            <a:off x="1047712" y="1904987"/>
            <a:ext cx="6096048" cy="4095772"/>
          </a:xfrm>
          <a:prstGeom prst="rect">
            <a:avLst/>
          </a:prstGeom>
          <a:solidFill>
            <a:srgbClr val="000000"/>
          </a:solidFill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SzTx/>
              <a:buFontTx/>
              <a:buNone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990575" indent="-380990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523962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33547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43131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93CDDD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72" name="Shape 72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0880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放程式碼的_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/>
          </p:cNvSpPr>
          <p:nvPr>
            <p:ph type="body" sz="half" idx="1"/>
          </p:nvPr>
        </p:nvSpPr>
        <p:spPr>
          <a:xfrm>
            <a:off x="1047712" y="1904987"/>
            <a:ext cx="6096048" cy="4095772"/>
          </a:xfrm>
          <a:prstGeom prst="rect">
            <a:avLst/>
          </a:prstGeom>
          <a:solidFill>
            <a:srgbClr val="000000"/>
          </a:solidFill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SzTx/>
              <a:buFontTx/>
              <a:buNone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990575" indent="-380990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523962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33547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43131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0" name="Shape 80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C3D69B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81" name="Shape 81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69108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放程式碼的_3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body" sz="half" idx="1"/>
          </p:nvPr>
        </p:nvSpPr>
        <p:spPr>
          <a:xfrm>
            <a:off x="1047712" y="1904987"/>
            <a:ext cx="6096048" cy="4095772"/>
          </a:xfrm>
          <a:prstGeom prst="rect">
            <a:avLst/>
          </a:prstGeom>
          <a:solidFill>
            <a:srgbClr val="000000"/>
          </a:solidFill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SzTx/>
              <a:buFontTx/>
              <a:buNone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990575" indent="-380990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523962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33547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43131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9" name="Shape 89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558ED5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195847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投影片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/>
          </p:cNvSpPr>
          <p:nvPr>
            <p:ph type="title"/>
          </p:nvPr>
        </p:nvSpPr>
        <p:spPr>
          <a:xfrm>
            <a:off x="914400" y="1844677"/>
            <a:ext cx="10363200" cy="2041524"/>
          </a:xfrm>
          <a:prstGeom prst="rect">
            <a:avLst/>
          </a:prstGeom>
        </p:spPr>
        <p:txBody>
          <a:bodyPr/>
          <a:lstStyle>
            <a:lvl1pPr>
              <a:defRPr sz="5867"/>
            </a:lvl1pPr>
          </a:lstStyle>
          <a:p>
            <a:r>
              <a:t>大標題文字</a:t>
            </a:r>
          </a:p>
        </p:txBody>
      </p:sp>
      <p:sp>
        <p:nvSpPr>
          <p:cNvPr id="106" name="Shape 106"/>
          <p:cNvSpPr>
            <a:spLocks noGrp="1"/>
          </p:cNvSpPr>
          <p:nvPr>
            <p:ph type="body" sz="half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07" name="Shape 107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08723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內頁_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93CDDD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15" name="Shape 115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5049521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16" name="Shape 116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66828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內頁_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C3D69B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24" name="Shape 12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5039067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25" name="Shape 125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55207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133" name="Shape 13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4" name="Shape 13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58072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內頁_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-2" y="-2"/>
            <a:ext cx="5145603" cy="1428715"/>
          </a:xfrm>
          <a:prstGeom prst="rect">
            <a:avLst/>
          </a:prstGeom>
          <a:solidFill>
            <a:srgbClr val="93CDDD"/>
          </a:solidFill>
        </p:spPr>
        <p:txBody>
          <a:bodyPr/>
          <a:lstStyle>
            <a:lvl1pPr>
              <a:defRPr sz="3467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42" name="Shape 14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10972801" cy="5104307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43" name="Shape 143"/>
          <p:cNvSpPr>
            <a:spLocks noGrp="1"/>
          </p:cNvSpPr>
          <p:nvPr>
            <p:ph type="sldNum" sz="quarter" idx="2"/>
          </p:nvPr>
        </p:nvSpPr>
        <p:spPr>
          <a:xfrm>
            <a:off x="11416011" y="6369639"/>
            <a:ext cx="332779" cy="338550"/>
          </a:xfrm>
          <a:prstGeom prst="rect">
            <a:avLst/>
          </a:prstGeom>
          <a:ln w="3175"/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414486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大標題文字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1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ctr">
              <a:def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hangingPunct="0"/>
            <a:fld id="{86CB4B4D-7CA3-9044-876B-883B54F8677D}" type="slidenum">
              <a:rPr kern="0"/>
              <a:pPr hangingPunct="0"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51136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6" r:id="rId2"/>
    <p:sldLayoutId id="2147483687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ransition spd="med"/>
  <p:txStyles>
    <p:titleStyle>
      <a:lvl1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28613" marR="0" indent="-428613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1017788" marR="0" indent="-408203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600160" marR="0" indent="-380990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285943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895528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»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3505112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4114697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4724282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5333867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401738" y="3942521"/>
            <a:ext cx="1388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 smtClean="0">
                <a:solidFill>
                  <a:srgbClr val="00B0F0"/>
                </a:solidFill>
              </a:rPr>
              <a:t>Web </a:t>
            </a:r>
            <a:r>
              <a:rPr lang="en-US" altLang="zh-TW" sz="2000" dirty="0" smtClean="0">
                <a:solidFill>
                  <a:srgbClr val="00B0F0"/>
                </a:solidFill>
              </a:rPr>
              <a:t>Design</a:t>
            </a:r>
            <a:endParaRPr lang="zh-TW" altLang="en-US" sz="2000" dirty="0">
              <a:solidFill>
                <a:srgbClr val="00B0F0"/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11169" y="5615069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 smtClean="0">
                <a:solidFill>
                  <a:srgbClr val="00B0F0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曾子</a:t>
            </a:r>
            <a:r>
              <a:rPr lang="zh-TW" altLang="en-US" sz="3600" b="1" dirty="0">
                <a:solidFill>
                  <a:srgbClr val="00B0F0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庭</a:t>
            </a:r>
            <a:endParaRPr lang="zh-TW" altLang="en-US" sz="3600" b="1" dirty="0">
              <a:solidFill>
                <a:srgbClr val="00B0F0"/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870" y="2158511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451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52" y="0"/>
            <a:ext cx="4876800" cy="6858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5400182" y="386362"/>
            <a:ext cx="762574" cy="2577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主導覽列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15" name="直線接點 14"/>
          <p:cNvCxnSpPr/>
          <p:nvPr/>
        </p:nvCxnSpPr>
        <p:spPr>
          <a:xfrm flipH="1">
            <a:off x="4898102" y="532384"/>
            <a:ext cx="418111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5400182" y="6476861"/>
            <a:ext cx="762574" cy="2577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功能導覽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21" name="直線接點 20"/>
          <p:cNvCxnSpPr/>
          <p:nvPr/>
        </p:nvCxnSpPr>
        <p:spPr>
          <a:xfrm flipH="1">
            <a:off x="4831496" y="6662845"/>
            <a:ext cx="418111" cy="0"/>
          </a:xfrm>
          <a:prstGeom prst="line">
            <a:avLst/>
          </a:prstGeom>
          <a:noFill/>
          <a:ln w="19050" cap="flat">
            <a:solidFill>
              <a:srgbClr val="3671A2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2" name="群組 21"/>
          <p:cNvGrpSpPr/>
          <p:nvPr/>
        </p:nvGrpSpPr>
        <p:grpSpPr>
          <a:xfrm>
            <a:off x="551287" y="6435555"/>
            <a:ext cx="255220" cy="255220"/>
            <a:chOff x="5401577" y="2754198"/>
            <a:chExt cx="255220" cy="255220"/>
          </a:xfrm>
        </p:grpSpPr>
        <p:sp>
          <p:nvSpPr>
            <p:cNvPr id="23" name="橢圓 22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1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8702270" y="1269709"/>
            <a:ext cx="255220" cy="255220"/>
            <a:chOff x="5401577" y="2754198"/>
            <a:chExt cx="255220" cy="255220"/>
          </a:xfrm>
        </p:grpSpPr>
        <p:sp>
          <p:nvSpPr>
            <p:cNvPr id="26" name="橢圓 25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1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5558732" y="1230671"/>
            <a:ext cx="1386918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常</a:t>
            </a:r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看的實況主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29" name="直線接點 28"/>
          <p:cNvCxnSpPr/>
          <p:nvPr/>
        </p:nvCxnSpPr>
        <p:spPr>
          <a:xfrm flipH="1">
            <a:off x="4443663" y="1359535"/>
            <a:ext cx="1140323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矩形 30"/>
          <p:cNvSpPr/>
          <p:nvPr/>
        </p:nvSpPr>
        <p:spPr>
          <a:xfrm>
            <a:off x="5583985" y="2636417"/>
            <a:ext cx="1988045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最多人在觀看的遊</a:t>
            </a:r>
            <a:r>
              <a:rPr lang="zh-TW" altLang="en-US" sz="1566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戲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32" name="直線接點 31"/>
          <p:cNvCxnSpPr/>
          <p:nvPr/>
        </p:nvCxnSpPr>
        <p:spPr>
          <a:xfrm flipH="1">
            <a:off x="4468916" y="2803065"/>
            <a:ext cx="1140323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矩形 33"/>
          <p:cNvSpPr/>
          <p:nvPr/>
        </p:nvSpPr>
        <p:spPr>
          <a:xfrm>
            <a:off x="5558732" y="4795393"/>
            <a:ext cx="2188420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最多人在觀看的實況</a:t>
            </a:r>
            <a:r>
              <a:rPr lang="zh-TW" altLang="en-US" sz="1566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主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35" name="直線接點 34"/>
          <p:cNvCxnSpPr/>
          <p:nvPr/>
        </p:nvCxnSpPr>
        <p:spPr>
          <a:xfrm flipH="1">
            <a:off x="4443663" y="4962041"/>
            <a:ext cx="1140323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矩形 35"/>
          <p:cNvSpPr/>
          <p:nvPr/>
        </p:nvSpPr>
        <p:spPr>
          <a:xfrm>
            <a:off x="8963946" y="1212537"/>
            <a:ext cx="1155060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品牌</a:t>
            </a:r>
            <a:r>
              <a:rPr lang="en-US" altLang="zh-TW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LOGO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4032" y="6294262"/>
            <a:ext cx="25199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TW" altLang="en-US" sz="900" dirty="0">
              <a:solidFill>
                <a:schemeClr val="bg1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26916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6510501" y="883394"/>
            <a:ext cx="585417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色彩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448771" y="4193685"/>
            <a:ext cx="855250" cy="3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LOGO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10501" y="5464217"/>
            <a:ext cx="855250" cy="3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字型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grpSp>
        <p:nvGrpSpPr>
          <p:cNvPr id="27" name="群組 26"/>
          <p:cNvGrpSpPr/>
          <p:nvPr/>
        </p:nvGrpSpPr>
        <p:grpSpPr>
          <a:xfrm>
            <a:off x="6000516" y="883394"/>
            <a:ext cx="255220" cy="255220"/>
            <a:chOff x="5401577" y="2754198"/>
            <a:chExt cx="255220" cy="255220"/>
          </a:xfrm>
        </p:grpSpPr>
        <p:sp>
          <p:nvSpPr>
            <p:cNvPr id="28" name="橢圓 27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1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5997288" y="4205711"/>
            <a:ext cx="255220" cy="255220"/>
            <a:chOff x="5401577" y="2754198"/>
            <a:chExt cx="255220" cy="255220"/>
          </a:xfrm>
        </p:grpSpPr>
        <p:sp>
          <p:nvSpPr>
            <p:cNvPr id="31" name="橢圓 30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2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6000516" y="5491723"/>
            <a:ext cx="255220" cy="255220"/>
            <a:chOff x="5401577" y="2754198"/>
            <a:chExt cx="255220" cy="255220"/>
          </a:xfrm>
        </p:grpSpPr>
        <p:sp>
          <p:nvSpPr>
            <p:cNvPr id="34" name="橢圓 33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3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4" y="0"/>
            <a:ext cx="4876800" cy="68580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718612" y="645460"/>
            <a:ext cx="592554" cy="635372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597978" y="1633468"/>
            <a:ext cx="1602358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R:53 G:28 B:117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18612" y="1433232"/>
            <a:ext cx="592554" cy="635372"/>
          </a:xfrm>
          <a:prstGeom prst="rect">
            <a:avLst/>
          </a:prstGeom>
          <a:solidFill>
            <a:srgbClr val="351C75"/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718612" y="2249532"/>
            <a:ext cx="592554" cy="635372"/>
          </a:xfrm>
          <a:prstGeom prst="rect">
            <a:avLst/>
          </a:prstGeom>
          <a:solidFill>
            <a:srgbClr val="00FFFF"/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718612" y="3132073"/>
            <a:ext cx="592554" cy="635372"/>
          </a:xfrm>
          <a:prstGeom prst="rect">
            <a:avLst/>
          </a:prstGeom>
          <a:solidFill>
            <a:srgbClr val="333333"/>
          </a:solidFill>
          <a:ln w="25400" cap="flat">
            <a:solidFill>
              <a:schemeClr val="bg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8597978" y="826340"/>
            <a:ext cx="1820366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R:255 G:255 B:255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8594750" y="2448134"/>
            <a:ext cx="1602358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R:0 G:255 B:255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8597978" y="3207706"/>
            <a:ext cx="1493353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R:51 G:51 B:51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4" name="圖片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609" y="3978908"/>
            <a:ext cx="1517159" cy="853402"/>
          </a:xfrm>
          <a:prstGeom prst="rect">
            <a:avLst/>
          </a:prstGeom>
        </p:spPr>
      </p:pic>
      <p:sp>
        <p:nvSpPr>
          <p:cNvPr id="55" name="文字方塊 54"/>
          <p:cNvSpPr txBox="1"/>
          <p:nvPr/>
        </p:nvSpPr>
        <p:spPr>
          <a:xfrm>
            <a:off x="7620516" y="5464217"/>
            <a:ext cx="1015659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 smtClean="0">
                <a:solidFill>
                  <a:srgbClr val="000000"/>
                </a:solidFill>
                <a:sym typeface="Helvetica Neue"/>
              </a:rPr>
              <a:t>新細明體</a:t>
            </a:r>
            <a:endParaRPr kumimoji="0" lang="zh-TW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633828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10957</TotalTime>
  <Words>50</Words>
  <Application>Microsoft Office PowerPoint</Application>
  <PresentationFormat>寬螢幕</PresentationFormat>
  <Paragraphs>21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Helvetica Neue</vt:lpstr>
      <vt:lpstr>Microsoft JhengHei</vt:lpstr>
      <vt:lpstr>Microsoft JhengHei</vt:lpstr>
      <vt:lpstr>新細明體</vt:lpstr>
      <vt:lpstr>Arial</vt:lpstr>
      <vt:lpstr>Calibri</vt:lpstr>
      <vt:lpstr>1_Default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前端初體驗</dc:title>
  <dc:creator>鄭芸茜</dc:creator>
  <cp:lastModifiedBy>子庭 曾</cp:lastModifiedBy>
  <cp:revision>274</cp:revision>
  <cp:lastPrinted>2016-03-22T12:36:26Z</cp:lastPrinted>
  <dcterms:created xsi:type="dcterms:W3CDTF">2016-02-29T10:35:09Z</dcterms:created>
  <dcterms:modified xsi:type="dcterms:W3CDTF">2018-04-11T05:27:38Z</dcterms:modified>
</cp:coreProperties>
</file>